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9a0f9f1b04754" /><Relationship Type="http://schemas.openxmlformats.org/officeDocument/2006/relationships/extended-properties" Target="/docProps/app.xml" Id="Rc2bb64bf5c594b02" /><Relationship Type="http://schemas.openxmlformats.org/officeDocument/2006/relationships/officeDocument" Target="/ppt/presentation.xml" Id="Rd40bb96e18a8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799f941804e5f"/>
  </p:sldMasterIdLst>
  <p:notesMasterIdLst>
    <p:notesMasterId xmlns:r="http://schemas.openxmlformats.org/officeDocument/2006/relationships" r:id="R076460dd849445fc"/>
  </p:notesMasterIdLst>
  <p:sldIdLst>
    <p:sldId xmlns:r="http://schemas.openxmlformats.org/officeDocument/2006/relationships" id="256" r:id="Rc6be171dfa6444f2"/>
    <p:sldId xmlns:r="http://schemas.openxmlformats.org/officeDocument/2006/relationships" id="257" r:id="R2a1b663b5a054bda"/>
    <p:sldId xmlns:r="http://schemas.openxmlformats.org/officeDocument/2006/relationships" id="258" r:id="Rdf07efc2dad940cf"/>
    <p:sldId xmlns:r="http://schemas.openxmlformats.org/officeDocument/2006/relationships" id="259" r:id="R38e12369ecd845d6"/>
    <p:sldId xmlns:r="http://schemas.openxmlformats.org/officeDocument/2006/relationships" id="260" r:id="R006bc34c94b042bc"/>
    <p:sldId xmlns:r="http://schemas.openxmlformats.org/officeDocument/2006/relationships" id="261" r:id="Rf8548e664a6f4cb8"/>
    <p:sldId xmlns:r="http://schemas.openxmlformats.org/officeDocument/2006/relationships" id="262" r:id="Raaf39f7260874ca6"/>
    <p:sldId xmlns:r="http://schemas.openxmlformats.org/officeDocument/2006/relationships" id="263" r:id="R9dadb4845455451e"/>
    <p:sldId xmlns:r="http://schemas.openxmlformats.org/officeDocument/2006/relationships" id="264" r:id="R69a4c92c3da24478"/>
    <p:sldId xmlns:r="http://schemas.openxmlformats.org/officeDocument/2006/relationships" id="265" r:id="R40a5bb7545d549e9"/>
    <p:sldId xmlns:r="http://schemas.openxmlformats.org/officeDocument/2006/relationships" id="266" r:id="Ra1c99607ca5d46bf"/>
    <p:sldId xmlns:r="http://schemas.openxmlformats.org/officeDocument/2006/relationships" id="267" r:id="R53721f58cbcd4121"/>
    <p:sldId xmlns:r="http://schemas.openxmlformats.org/officeDocument/2006/relationships" id="268" r:id="R3066e15b04744c68"/>
    <p:sldId xmlns:r="http://schemas.openxmlformats.org/officeDocument/2006/relationships" id="269" r:id="Rb410e7fb6958490b"/>
    <p:sldId xmlns:r="http://schemas.openxmlformats.org/officeDocument/2006/relationships" id="270" r:id="R23c44b23e19644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9e5a6e423a48bc" /><Relationship Type="http://schemas.openxmlformats.org/officeDocument/2006/relationships/slideMaster" Target="/ppt/slideMasters/slideMaster1.xml" Id="R1be799f941804e5f" /><Relationship Type="http://schemas.openxmlformats.org/officeDocument/2006/relationships/notesMaster" Target="/ppt/notesMasters/notesMaster1.xml" Id="R076460dd849445fc" /><Relationship Type="http://schemas.openxmlformats.org/officeDocument/2006/relationships/presProps" Target="/ppt/presProps.xml" Id="Rb9a05d7434944cee" /><Relationship Type="http://schemas.openxmlformats.org/officeDocument/2006/relationships/tableStyles" Target="/ppt/tableStyles.xml" Id="R9cd4f7ccf844458b" /><Relationship Type="http://schemas.openxmlformats.org/officeDocument/2006/relationships/slide" Target="/ppt/slides/slide1.xml" Id="Rc6be171dfa6444f2" /><Relationship Type="http://schemas.openxmlformats.org/officeDocument/2006/relationships/slide" Target="/ppt/slides/slide2.xml" Id="R2a1b663b5a054bda" /><Relationship Type="http://schemas.openxmlformats.org/officeDocument/2006/relationships/slide" Target="/ppt/slides/slide3.xml" Id="Rdf07efc2dad940cf" /><Relationship Type="http://schemas.openxmlformats.org/officeDocument/2006/relationships/slide" Target="/ppt/slides/slide4.xml" Id="R38e12369ecd845d6" /><Relationship Type="http://schemas.openxmlformats.org/officeDocument/2006/relationships/slide" Target="/ppt/slides/slide5.xml" Id="R006bc34c94b042bc" /><Relationship Type="http://schemas.openxmlformats.org/officeDocument/2006/relationships/slide" Target="/ppt/slides/slide6.xml" Id="Rf8548e664a6f4cb8" /><Relationship Type="http://schemas.openxmlformats.org/officeDocument/2006/relationships/slide" Target="/ppt/slides/slide7.xml" Id="Raaf39f7260874ca6" /><Relationship Type="http://schemas.openxmlformats.org/officeDocument/2006/relationships/slide" Target="/ppt/slides/slide8.xml" Id="R9dadb4845455451e" /><Relationship Type="http://schemas.openxmlformats.org/officeDocument/2006/relationships/slide" Target="/ppt/slides/slide9.xml" Id="R69a4c92c3da24478" /><Relationship Type="http://schemas.openxmlformats.org/officeDocument/2006/relationships/slide" Target="/ppt/slides/slide10.xml" Id="R40a5bb7545d549e9" /><Relationship Type="http://schemas.openxmlformats.org/officeDocument/2006/relationships/slide" Target="/ppt/slides/slide11.xml" Id="Ra1c99607ca5d46bf" /><Relationship Type="http://schemas.openxmlformats.org/officeDocument/2006/relationships/slide" Target="/ppt/slides/slide12.xml" Id="R53721f58cbcd4121" /><Relationship Type="http://schemas.openxmlformats.org/officeDocument/2006/relationships/slide" Target="/ppt/slides/slide13.xml" Id="R3066e15b04744c68" /><Relationship Type="http://schemas.openxmlformats.org/officeDocument/2006/relationships/slide" Target="/ppt/slides/slide14.xml" Id="Rb410e7fb6958490b" /><Relationship Type="http://schemas.openxmlformats.org/officeDocument/2006/relationships/slide" Target="/ppt/slides/slide15.xml" Id="R23c44b23e196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88891cfd3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cad9b388e8415d" /><Relationship Type="http://schemas.openxmlformats.org/officeDocument/2006/relationships/notesMaster" Target="/ppt/notesMasters/notesMaster1.xml" Id="R8c57f7dd2e20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39be038584d54" /><Relationship Type="http://schemas.openxmlformats.org/officeDocument/2006/relationships/notesMaster" Target="/ppt/notesMasters/notesMaster1.xml" Id="R3cd307ce205347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1a66661dc4faf" /><Relationship Type="http://schemas.openxmlformats.org/officeDocument/2006/relationships/notesMaster" Target="/ppt/notesMasters/notesMaster1.xml" Id="Rd5d36144596544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61315753f04af0" /><Relationship Type="http://schemas.openxmlformats.org/officeDocument/2006/relationships/notesMaster" Target="/ppt/notesMasters/notesMaster1.xml" Id="R78c8dda3e7414e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ecd19624d344b0" /><Relationship Type="http://schemas.openxmlformats.org/officeDocument/2006/relationships/notesMaster" Target="/ppt/notesMasters/notesMaster1.xml" Id="Re85afa9d2c4340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17ca8a64e848e3" /><Relationship Type="http://schemas.openxmlformats.org/officeDocument/2006/relationships/notesMaster" Target="/ppt/notesMasters/notesMaster1.xml" Id="R1d308eec805c45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76454a6534b58" /><Relationship Type="http://schemas.openxmlformats.org/officeDocument/2006/relationships/notesMaster" Target="/ppt/notesMasters/notesMaster1.xml" Id="R82254729dbc3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6c4e02a8764a7f" /><Relationship Type="http://schemas.openxmlformats.org/officeDocument/2006/relationships/notesMaster" Target="/ppt/notesMasters/notesMaster1.xml" Id="Re58c12fba700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4d463331194e12" /><Relationship Type="http://schemas.openxmlformats.org/officeDocument/2006/relationships/notesMaster" Target="/ppt/notesMasters/notesMaster1.xml" Id="R270c3f0f7c78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9712941edc4838" /><Relationship Type="http://schemas.openxmlformats.org/officeDocument/2006/relationships/notesMaster" Target="/ppt/notesMasters/notesMaster1.xml" Id="Rb965ad0be25547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1d5fe25e894ab6" /><Relationship Type="http://schemas.openxmlformats.org/officeDocument/2006/relationships/notesMaster" Target="/ppt/notesMasters/notesMaster1.xml" Id="Rcddd7f83eaf143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d84fd687a4e10" /><Relationship Type="http://schemas.openxmlformats.org/officeDocument/2006/relationships/notesMaster" Target="/ppt/notesMasters/notesMaster1.xml" Id="R747d8a0226cc4a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1670d51a0f4757" /><Relationship Type="http://schemas.openxmlformats.org/officeDocument/2006/relationships/notesMaster" Target="/ppt/notesMasters/notesMaster1.xml" Id="R71ee82cb519347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92ecb078248a7" /><Relationship Type="http://schemas.openxmlformats.org/officeDocument/2006/relationships/notesMaster" Target="/ppt/notesMasters/notesMaster1.xml" Id="Rd43bb8c4901a44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1f18b6b2f54de8" /><Relationship Type="http://schemas.openxmlformats.org/officeDocument/2006/relationships/notesMaster" Target="/ppt/notesMasters/notesMaster1.xml" Id="Rd1597b072291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74647a75f41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f5d45d1f124f1e" /><Relationship Type="http://schemas.openxmlformats.org/officeDocument/2006/relationships/slideLayout" Target="/ppt/slideLayouts/slideLayout1.xml" Id="Rd242e896cfe9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2e896cfe9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608f33a2b47ae" /><Relationship Type="http://schemas.openxmlformats.org/officeDocument/2006/relationships/notesSlide" Target="/ppt/notesSlides/notesSlide1.xml" Id="R024e5c23718845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e140f861f419e" /><Relationship Type="http://schemas.openxmlformats.org/officeDocument/2006/relationships/notesSlide" Target="/ppt/notesSlides/notesSlide2.xml" Id="R6e8402ea6392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f1b0bb9374765" /><Relationship Type="http://schemas.openxmlformats.org/officeDocument/2006/relationships/notesSlide" Target="/ppt/notesSlides/notesSlide3.xml" Id="Rc327c3a93704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987f495df4880" /><Relationship Type="http://schemas.openxmlformats.org/officeDocument/2006/relationships/notesSlide" Target="/ppt/notesSlides/notesSlide4.xml" Id="R7288f6721731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289759afc4f05" /><Relationship Type="http://schemas.openxmlformats.org/officeDocument/2006/relationships/notesSlide" Target="/ppt/notesSlides/notesSlide5.xml" Id="R21155c88b84344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5a819a96044f4" /><Relationship Type="http://schemas.openxmlformats.org/officeDocument/2006/relationships/notesSlide" Target="/ppt/notesSlides/notesSlide6.xml" Id="R89a3b82daefd4a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b2f48fdc4c45" /><Relationship Type="http://schemas.openxmlformats.org/officeDocument/2006/relationships/notesSlide" Target="/ppt/notesSlides/notesSlide7.xml" Id="Rdc56ea37636949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b71ddb304cfc" /><Relationship Type="http://schemas.openxmlformats.org/officeDocument/2006/relationships/notesSlide" Target="/ppt/notesSlides/notesSlide8.xml" Id="R024afdd98cd948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a9b9238d943dd" /><Relationship Type="http://schemas.openxmlformats.org/officeDocument/2006/relationships/notesSlide" Target="/ppt/notesSlides/notesSlide9.xml" Id="Re32b6fbb5a5c49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2efa3c6624a2f" /><Relationship Type="http://schemas.openxmlformats.org/officeDocument/2006/relationships/notesSlide" Target="/ppt/notesSlides/notesSlide10.xml" Id="Ref6f63a8a9234a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1fba4f3424c2c" /><Relationship Type="http://schemas.openxmlformats.org/officeDocument/2006/relationships/notesSlide" Target="/ppt/notesSlides/notesSlide11.xml" Id="R3f052977b06546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d5236f7fb440f" /><Relationship Type="http://schemas.openxmlformats.org/officeDocument/2006/relationships/notesSlide" Target="/ppt/notesSlides/notesSlide12.xml" Id="R20329a3ece6a4d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9aab762594ff4" /><Relationship Type="http://schemas.openxmlformats.org/officeDocument/2006/relationships/notesSlide" Target="/ppt/notesSlides/notesSlide13.xml" Id="R3b7b0c7a81d044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6a090ab6a47c6" /><Relationship Type="http://schemas.openxmlformats.org/officeDocument/2006/relationships/notesSlide" Target="/ppt/notesSlides/notesSlide14.xml" Id="R8d186794b8294c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2ed3300d40f2" /><Relationship Type="http://schemas.openxmlformats.org/officeDocument/2006/relationships/notesSlide" Target="/ppt/notesSlides/notesSlide15.xml" Id="R6eca11bee6e741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C8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A244-8049-4133-BC7C-2CDF326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76350"/>
            <a:ext cx="1581150" cy="15811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FC653-097D-4191-B62D-76FA2B4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240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40EEC-5FC8-46AA-90F5-1C3F63C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7477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18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Turn buyer evidence into stronger B2B campaigns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0253-FBC9-440D-8DF4-6E9B6E6D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way for B2B demand-generation teams to learn from the market</a:t>
            </a:r>
          </a:p>
        </p:txBody>
      </p:sp>
    </p:spTree>
    <p:extLst>
      <p:ext uri="{BB962C8B-B14F-4D97-AF65-F5344CB8AC3E}">
        <p14:creationId xmlns:p14="http://schemas.microsoft.com/office/powerpoint/2010/main" val="1071432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B0953-81F1-49C6-A590-ED76BC4D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2B9D3-3339-4F7F-A3EB-EB6EC98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5FA57-869C-4367-A5E2-06BB91DA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0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 buyer sees one offer, then tests it throughout the sales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5F122-E76B-41CE-892E-91CA17FD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buyer does not experience separate marketing, sales, and CRM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84D31-BD3F-49D9-9B45-9D28BB77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01BE7-0925-4FD7-A33A-03DB096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8B2EF-E1A7-4347-8865-279059D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8D2DA-EC9D-410C-B108-17DF352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‘Create more qualified meetings’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3AF4F-E5DC-4A94-9506-54181511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2627B-E58C-4C58-B485-030F866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B6538-A25A-4BE1-8DB5-49FA9F8D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Buyer doubt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F9C1C-C0C8-4CAC-9528-FCD5A5F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071E3-8B1C-4FD2-BC84-F672FAF5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10AA3-E98D-40A6-B95F-7AABFAB1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4FB1C-3833-4862-BE3E-F2801BA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Sales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AC1CD-0CF2-46ED-87DB-7C9A6F4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8096A-080C-4058-8B27-CB36C4A9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0D288-0DA0-4045-8EEF-5282DFB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17A95-9449-45E5-8FC0-DF06E879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CRM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87F4D-DFE9-4921-BDEA-B94ACC7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Lost: unclear proof and poor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A5B0C-AA18-4302-8202-260B80B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company stores each part of this journey somewhere else.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98AA5-5189-4A2C-8DE7-4439BF66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3041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17DD5-C216-43EA-A7DD-E82BF8A7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24983-4F4F-4DE1-A9C9-1314545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085F-069F-42EE-81C9-AF208F5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dashboards show what happened. Buyer conversations explain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C9E10-4608-4101-9A0D-4C6D500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A conversion rate cannot tell a team whether the offer was unclear, unproven, or aimed at the wrong buyer.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A5764-FA26-43B2-BA2D-C1D1675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5880B-B1CE-4D26-80F9-50E6F7CE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77D61-8F4C-44E7-A386-88EC1FC6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Quantitative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CDAB2-78B4-4A41-8ECE-E885114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24 meetings</a:t>
            </a:r>
          </a:p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3 opportunities</a:t>
            </a:r>
          </a:p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1 closed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51A24-FF2E-4F0C-BB64-0DF0B50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4E1C6-E6D5-43A6-9E16-2395E094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Qualitative buyer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BEA5D-D224-4BC4-A76A-8892BE1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‘We tried this before.’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FDD54-4ED8-4CE9-833D-69F567B2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57500"/>
            <a:ext cx="41910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FAAF2-5087-4B47-A3B1-3700E19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Numbers describe the result. Buyer language explains the decision behind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2F772-12A3-425F-8A28-2545607C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0453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AB92F-7F4F-4488-AEF1-CA9BBDE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DA0FB-6A33-48A6-A127-B05F35E8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89C43-F735-4D7D-A8CC-5B96FB0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7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AI and new connector standards make buyer language usable at the speed of a campaign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C575D-8778-4112-929D-DBC35E6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technical change is not another dashboard. It is the ability to turn authorised evidence into a working campaign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7DC40-80E5-4BF0-9942-55FBCA9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6527F-F7B6-406A-B071-30C646A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D0718-FC74-4AD2-A05B-F2BE21F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81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5A25C-CA4E-4AC8-BF66-F78BA71C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03D39-2790-45D8-A99D-3FA6B14D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Understands recurring questions, proof requests, and objections across buyer 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C969F-C278-44AB-A62F-60B8AC9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58DAB-C2C3-45EA-B97C-072EAE8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337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APIs +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0B0C8-4C1D-434B-8BFD-717A37FB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B8DF1-12D1-40A2-BE24-3350DED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Bring authorised campaign, conversation, and outcome data into one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A725B-1EC2-470E-B717-34CC470F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B0B41-8904-4BA9-ACD8-F792857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862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10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cadence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4E394-5EFC-41D0-92BC-46AE6C9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94FB8-A38C-4E94-BC3D-C30F70E2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Lets a team test what it learned in the next campaign, not next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242E8-5F08-4B31-AEBD-E285598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3274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FE339-5969-4D2F-8071-FA02A157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2A399-93AC-4B4F-9273-900660D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company that learns from every offer outpaces the company that only measures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5D33F-F9AA-4574-8138-1568F3E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Each offer creates buyer language and commercial outcomes. The next offer should begin with that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AAE1D-1E53-4829-9B1E-1B56878C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B6D55-2D33-4AAC-9777-AE07010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1238250" cy="12382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09E9-22D0-41F4-910E-665CD75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101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2009724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2DFED-598A-4ACD-AFFC-02EF875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49B43-D52B-4D66-8A20-F458BD97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97482-28AA-4FB9-A59C-ED96955C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327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product turns evidence from an offer into the next campaign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E7618-27F7-45EE-BD2A-6FEDD092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brief recommends what the team should say, prove, answer, exclude, and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B8AC2-5964-4477-B9F8-B47CCFD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D0D9-034C-45E7-B8BF-B852A1A4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52B21-85B5-426E-BB0D-9FD318F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049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2177A-1BD9-4C7E-B1A0-6AB6719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1C40B-260A-446C-82DC-E7615A5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574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1AE5F-41CA-4F33-B00C-29487647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CFBA1-95B9-4085-8C3A-FCE22C03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99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CRM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CD331-CC9F-47FA-9F1A-1502801E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43175"/>
            <a:ext cx="685800" cy="4000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7F5C1-FB22-4DD0-9FDD-AE88ED65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1338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8BB29-B82A-4ECE-9001-431F1DCF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BD7A3-15A1-4055-AF97-BD170A2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campaign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5D5C1-B273-4EA8-8EBF-6A40A51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Proof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Objection response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Qualification rule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 copy to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C226B-8F93-46E7-9CB4-756691E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926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7AB9AD-ECA8-4C6D-81D2-C54EA57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7881B-34C0-47FD-B339-291460F8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D340A-79BB-4C24-87EA-AEB4067F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buyer objection becomes an instruction for the next sales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E446-F514-4FC8-BA70-32F61C01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does not stop at a summary. It gives the team a brief they can approve and turn into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ABC8-B77D-4E33-AB39-D1EEE9B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E6D6F-0454-4819-A344-842ABB1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55467-F729-4D7E-961F-B4A0A28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0EF72-0F60-47D7-AE16-8E195F23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227CC-ED45-44A2-9314-1035183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does qualified mean?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5BAB7-43B3-4FAB-BE35-5B6BE556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7A608-1574-4C5F-8E0E-3E0A6D72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Can you prove this works for us?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13E14-79A5-4372-9220-170C3D4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AD87E-842C-4C73-BEB7-BEACBCA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tried this before.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6041A-6036-4BFC-878F-F7B57F3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6987E-6E2B-4F7E-95F8-55521E28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DBAEE-5E93-4724-B31F-74C1066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5D26D-2537-46B9-8D7F-150B90BF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Define the qualification 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D29A1-323A-4A32-B3E0-0140AEA3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DB810-FB4A-4D72-AFE1-98D40532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Lead with comparable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285A3-24D3-4027-90BB-794D25E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116BC-73AF-4EB5-8242-29453B5C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Address the failed alternative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D4B0E-395C-450A-BC70-C5F9A37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A7291-535D-4682-AB54-4770C711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Sales-copy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2CEFE-0763-471B-A046-8686225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D9E74-669C-4080-AC42-2A621C85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State who the offer is for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24E5E-BD97-4391-A091-EBED18F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87189-7483-463B-A87D-1C19ABB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Open with the relevant case study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A3F41-6895-4066-A0F7-5C049CED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EF1D9-8E66-4347-BE73-966BF8EC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Explain the filtering process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80F3F-2C7B-464D-AA34-A92133E8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45704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69D06-E9EF-48D8-86C5-983F2B74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B9BC6-E00A-472B-976C-4DB6CBF7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A8AC0-1148-49C9-8356-9DCA0FA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B2B demand-generation teams are the first place to prove this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BDA1A-1D4C-40CF-A2BC-3CA7F4E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They own pipeline outcomes and repeatedly decide what to say, what proof to use, and who to qualify 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D2EBD-45B1-4CA4-B56D-D4052F3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C510E-0B0B-4EB9-8908-2099645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9260B-A541-42E7-864D-F95D000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leads the next campaign?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13726-52AA-4AD8-B4D0-F77906C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1A3E8-1F00-407C-9621-2BCB831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proof earns attention?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EC986-7B04-49BB-A103-350E36A9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EC056-31FD-4499-9645-A7E8F899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objections should copy answer?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ADE45-EF11-45EA-BDB8-C061B49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1751B-56B8-40D0-A44A-948301B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buyers should the campaign qualify out?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00105-029B-4C66-88C4-82610C6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4518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088BB-367B-4F66-A331-425C87EE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23B0F-F940-45C4-AC26-508F6D42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AB905-5962-4186-B50C-C0A4935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1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 records conversations. HubSpot records outcomes. Market Narrative Intelligence records what an offer taught the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2C7D-69B2-4D72-817E-6229E196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This is not a feature race. It is a different unit of commercial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A81C5-6E9E-4486-99C8-E3B1616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B4BDA-9F90-45AA-A67E-939762F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811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FFD72-DF40-4E9E-88ED-17C21D6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D8144-362C-4DF6-9BEA-4016EC2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0795A-2F30-4C4E-9678-AF7F148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0C7A7-42A9-49A1-9E45-F238CD08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53452-8D2D-4F75-88AE-D311C635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8F256-FA3C-4EEB-ACAE-6CFBB213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HubSpot / CRM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F04CD-01FD-4066-914A-23B4D78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Contact, deal, and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00BE0-C45B-490D-8C7A-CA70805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087BF-F6AE-423B-9226-12396A74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20D84-EDF6-43B5-BDD5-FB7E5CFD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Marketing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7B546-0F1B-4F80-8B66-54B47155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and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BCFBB-5A6A-434F-99A2-131567C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B262C-CE90-4F7E-926F-D5D7ADDA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A03FF-F0F8-40AF-9025-34A2C802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B6F5E-EC47-4DCD-901D-EC0DE7E6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Offer, buyer response, outcome, and next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8A6F6-B78B-4388-A60E-A5D8E4F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42676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EF3A7-E757-4641-983F-AA4BE20F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8A06-BAC0-4659-A6F1-0FB6BAA8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06BA9-065E-41BF-9206-93A6CFA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moat comes from the offer-learning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2E84-7E5E-422E-8D7A-D4547614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Raw qualitative data exists everywhere. The advantage comes from linking it to approved decisions and commercial outcomes, then using it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134E6-0C75-4F55-9760-567A392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AD950-EFAA-4244-AEB9-762E7EC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E68BA-947A-48CA-9CAC-8357CA55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 launched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11870-1E74-415D-B928-A77E9397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79CD8-1232-417B-9663-80DE0D54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+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8989E-BB65-4441-AAC9-9DADD3B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793FC-7785-4F33-B6B2-54F0896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2E2E8-E9DA-498E-898D-DE67A0C9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2DCB-84EF-43D4-85B4-E7748C1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New offer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tested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09961-CBF3-4C99-92B1-339CE0F9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724025"/>
            <a:ext cx="781050" cy="3048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EA5BE-726B-4281-B116-B8C5213E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19350"/>
            <a:ext cx="323850" cy="8191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FB939-DA8C-4B05-9A38-82B74FF4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895725"/>
            <a:ext cx="781050" cy="304800"/>
          </a:xfrm>
          <a:prstGeom xmlns:a="http://schemas.openxmlformats.org/drawingml/2006/main" prst="leftArrow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3F2E1-55CE-4781-9E14-0AE764E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28875"/>
            <a:ext cx="323850" cy="819150"/>
          </a:xfrm>
          <a:prstGeom xmlns:a="http://schemas.openxmlformats.org/drawingml/2006/main" prst="upArrow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39B23-B48B-45B3-B68C-4054FF4A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cycle makes the next recommendation more grounded in the customer’s market.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63639-7FF4-4C9B-9842-476C7F3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83321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27C37-9E80-4FBB-8683-8BD7BE8A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5DA0E-36B2-427A-9553-15D3314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E4B57-584E-4455-8F26-8229BBA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start with recurring campaign decisions and expand to every commercial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609E2-7BEB-4B8E-86F3-A317171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first team is demand generation. The same learning system can later improve the other commercial messages a company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14CA1-7326-4A20-B974-02AE4BC4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349BA-17AC-4C3E-9042-F8781718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06039-2699-4BAC-BAB6-1B6925ED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B131-46A0-43E3-B91F-5C59B6B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should lead the next campaign?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84E73-40FA-4B2B-84A8-B292C2B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209550" cy="2095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01C5B-9EFA-4FB3-9CBC-23685AB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14F16-240A-4867-B825-B6EC707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5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Product 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A6FD0-E8E8-4805-B375-52A088FB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positioning and proof should lead a launch?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5B45A-2A6A-4229-A2AB-DC87B8A8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209550" cy="2095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312B9-6DE5-4CE3-B8F4-42F36C6F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910B0-8710-4FCA-BDF5-20EF80B4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21B25-323D-4AE2-BF12-25C362E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proof and objection response should sales use?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273C9-9E21-4917-9BBE-27861608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09550" cy="2095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F6E22-6052-4645-B6DE-4AEDA42F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87D61-AD2E-43A5-A64A-1788814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4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C8BF8-7904-4158-BE97-D5BDA04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renewal or expansion offer should the customer receive?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738BC-C63C-427A-9D0C-B858E9E6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system stays the same: offer → buyer response → commercial outcome → better next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51DF3-2ADD-40EC-8DF6-A66C8B6C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3345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A5333-56FB-4688-8862-2C27B37B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B2421-AF74-49FA-8044-6B3C41F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E832A-01F8-4C40-86D5-968FACD0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value appears in qualified pipeline, not in more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6A06A-18B5-4FA2-983B-79D34B1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earns its place when stronger offers create more of the demand a sales team can actually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28D9-DCEB-43BD-AF3A-23DEBF9C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5D4BF-C740-4D94-B9B2-CBC5D82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81A4-2E30-429C-8750-57507D5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adopted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7D452-8FDB-4DF0-B463-678B591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09875"/>
            <a:ext cx="323850" cy="3048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EB22F-9280-4AC1-8756-FA166F4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605E8-9059-48B6-91CF-ED4DAA86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replies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or meetings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D40AA-7BBE-49C9-88D7-EFEA92F1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09875"/>
            <a:ext cx="323850" cy="3048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1418A-4BC4-4DC3-9611-DF643C8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BCB12-175A-442A-83FA-20E491D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Sales-accepted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8A40D-A26C-49FE-915E-389CCEC8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09875"/>
            <a:ext cx="323850" cy="3048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47C33-3F3F-4B13-87C3-2C37CEC5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FD846-1734-4F81-816B-94ABDFA6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25C21-4006-4595-99A8-A0CD81C0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compares this result with the team’s current workflow and a smart analyst using the same tools.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7B6DF-CC52-4B0C-8C58-49C3978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1224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AF6ED-7B0C-4B97-92FC-8E3F5E9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C81F9-3756-4442-A547-C45C3AF1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48197-8657-4995-8E96-10B58CC1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separates product value from analyst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B2BC6-9743-4628-AD13-076CC1A5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does not ask whether the output looks impressive. It asks whether the brief changes a campaign decision and its commercial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BE54B-D22E-4E79-9B1C-83700C1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EC51B-4470-471C-893A-2BF1C889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8DB01-1EC1-403D-B2AD-C3C8F17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3F881-A1CA-4181-934F-D32DB5F2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Manual campaign review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reports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Team judgement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9C647-B927-4725-AF53-28F2CA5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C0B14-B83C-4A2C-8BD7-C5849E7D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Analyst +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A108-2675-463E-B39A-74A9CE4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stack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General AI synthesis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One-off 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F8259-D7BD-4C0D-91E2-1AB3017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C69F2-BD12-49FE-95A4-B5DE103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015F-A8E6-46E9-9DB8-2CCB3A49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Offer-learning record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brief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Approved next offer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763FD-E467-4012-8037-0F231137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recurring campaign decision. Three comparable ways to make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72AFC-8BAB-420C-AD7E-9FBE75A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8071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23817-2CD9-4B32-BC0D-3DE52363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93CEE-DBBA-4E24-A52E-0B0D184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A282F-D1C9-4AE8-A7F7-2822BF0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first pilots turn one question into four proofs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83AB6-8DFE-43B2-841D-7297E0E2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Can a B2B demand-generation team use an evidence-backed campaign brief to make a better commercial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B85B3-D232-431B-8C1B-49995F1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76004-8DF1-46EF-9292-CF01A56E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6B2AD-5301-4C42-A693-A3A201A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5D31B-31B8-43FF-8C25-088504A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teams adopt the brief?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5B3A1-F8FB-487B-A00B-31F3F70F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A4C73-DD84-4719-92F8-D5A67843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1DD8B-C101-43F5-B6D9-B15E8EBD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it produce a decision an analyst misses?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EB4A-ED4A-42C0-9446-0D2E6A7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94CFA-C993-4FC1-A619-51032E27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567AC-8BCE-4CE3-B80B-F2BE50D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6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it improve a leading qualified-demand signal?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C6176-457E-45E3-B87C-0BDFBDE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6D7C4-C338-472C-8C41-3FF5DCF1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ECF10-20FC-475D-B769-C3B0D96E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2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multiple teams share the same decision structure?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49611-44A0-4A26-94A9-F734DD58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64482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31722-1C02-476E-A5A7-9ECA4A5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B47AD-4412-48D8-B6BE-F665BB1E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37D70-9853-40BF-AE29-E310B35B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943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next move is to put the brief in front of real demand-generation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7CEC8-2D54-43BD-AD4E-C4283C7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work now is simple: reach the right teams, listen to their last campaign, and build the smallest useful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A294E-D03A-4C5A-A6F3-2307E02B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623A5-FAA7-450D-980B-3E60B20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33500"/>
            <a:ext cx="552450" cy="5524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5F089-0161-48CC-B987-1D38E726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B7CDD-2A3E-4F57-BFF2-50ED4AB5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90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Reach B2B demand-generation agencies on LinkedIn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99362-C368-45AA-A769-6B7CBD15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6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Find teams running recurring outbound or demand-generation campaigns.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FF5F4-BC7C-4A9A-8913-1AB73C7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552450" cy="5524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49E6-8E41-4CAD-814F-94D75845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6EB8A-EC2B-480E-BF04-A24B560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Set up discovery meetings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34112-882F-44DF-B0B7-E38EFC88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3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Reconstruct a recent offer, buyer conversations, and commercial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596E9-73C3-4978-8816-616B592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552450" cy="5524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E29DE-B312-472E-AF53-66DAD907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909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C5DEF-01C6-4072-BB51-69B42C6F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Build the first campaign-brief 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588EF-6B9D-49B7-9D6C-0684DE5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Turn that evidence into one decision the team can test next.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2C7F9-425E-4A08-997D-BAF06A4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54930-86B6-4D8E-89D0-2196CBE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Resources needed: agency introductions, early pilot feedback, and prototype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5360D-1CB8-4639-B0DB-DE228FFA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5891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2026-09-06T04:33:19.5200000Z</dcterms:created>
  <dcterms:modified xsi:type="dcterms:W3CDTF">2026-09-06T04:33:19.5200000Z</dcterms:modified>
</coreProperties>
</file>