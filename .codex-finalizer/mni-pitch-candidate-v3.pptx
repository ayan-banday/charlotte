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e3d4e7bb7c47ef" /><Relationship Type="http://schemas.openxmlformats.org/officeDocument/2006/relationships/extended-properties" Target="/docProps/app.xml" Id="R8855cd7719f642cb" /><Relationship Type="http://schemas.openxmlformats.org/officeDocument/2006/relationships/officeDocument" Target="/ppt/presentation.xml" Id="Rd57fde38b6614b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af622caa0c498c"/>
  </p:sldMasterIdLst>
  <p:notesMasterIdLst>
    <p:notesMasterId xmlns:r="http://schemas.openxmlformats.org/officeDocument/2006/relationships" r:id="Ra3f6162219b64a80"/>
  </p:notesMasterIdLst>
  <p:sldIdLst>
    <p:sldId xmlns:r="http://schemas.openxmlformats.org/officeDocument/2006/relationships" id="256" r:id="R4c08390de2d34cea"/>
    <p:sldId xmlns:r="http://schemas.openxmlformats.org/officeDocument/2006/relationships" id="257" r:id="R82cdd45dc19a45fa"/>
    <p:sldId xmlns:r="http://schemas.openxmlformats.org/officeDocument/2006/relationships" id="258" r:id="R09788dbfb1304647"/>
    <p:sldId xmlns:r="http://schemas.openxmlformats.org/officeDocument/2006/relationships" id="259" r:id="R8778863d8b0b4edd"/>
    <p:sldId xmlns:r="http://schemas.openxmlformats.org/officeDocument/2006/relationships" id="260" r:id="R072a8195569e4cf5"/>
    <p:sldId xmlns:r="http://schemas.openxmlformats.org/officeDocument/2006/relationships" id="261" r:id="Ra70c60afe3584acf"/>
    <p:sldId xmlns:r="http://schemas.openxmlformats.org/officeDocument/2006/relationships" id="262" r:id="Rcb5e93b8550f41f3"/>
    <p:sldId xmlns:r="http://schemas.openxmlformats.org/officeDocument/2006/relationships" id="263" r:id="R74367aecc79a4beb"/>
    <p:sldId xmlns:r="http://schemas.openxmlformats.org/officeDocument/2006/relationships" id="264" r:id="R86667d31e73746d1"/>
    <p:sldId xmlns:r="http://schemas.openxmlformats.org/officeDocument/2006/relationships" id="265" r:id="R014e5e50eb0e4d8f"/>
    <p:sldId xmlns:r="http://schemas.openxmlformats.org/officeDocument/2006/relationships" id="266" r:id="Rb672982b1b874a58"/>
    <p:sldId xmlns:r="http://schemas.openxmlformats.org/officeDocument/2006/relationships" id="267" r:id="R1d65e821a8cc4d4c"/>
    <p:sldId xmlns:r="http://schemas.openxmlformats.org/officeDocument/2006/relationships" id="268" r:id="R64d31bd24dff4fbf"/>
    <p:sldId xmlns:r="http://schemas.openxmlformats.org/officeDocument/2006/relationships" id="269" r:id="R1e3f7be220f44a1e"/>
    <p:sldId xmlns:r="http://schemas.openxmlformats.org/officeDocument/2006/relationships" id="270" r:id="Re23770b9594047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fd3ee24ad44ba0" /><Relationship Type="http://schemas.openxmlformats.org/officeDocument/2006/relationships/slideMaster" Target="/ppt/slideMasters/slideMaster1.xml" Id="R3caf622caa0c498c" /><Relationship Type="http://schemas.openxmlformats.org/officeDocument/2006/relationships/notesMaster" Target="/ppt/notesMasters/notesMaster1.xml" Id="Ra3f6162219b64a80" /><Relationship Type="http://schemas.openxmlformats.org/officeDocument/2006/relationships/presProps" Target="/ppt/presProps.xml" Id="R7632f5bc1d044e3d" /><Relationship Type="http://schemas.openxmlformats.org/officeDocument/2006/relationships/tableStyles" Target="/ppt/tableStyles.xml" Id="R721ed9a7970b4ffd" /><Relationship Type="http://schemas.openxmlformats.org/officeDocument/2006/relationships/slide" Target="/ppt/slides/slide1.xml" Id="R4c08390de2d34cea" /><Relationship Type="http://schemas.openxmlformats.org/officeDocument/2006/relationships/slide" Target="/ppt/slides/slide2.xml" Id="R82cdd45dc19a45fa" /><Relationship Type="http://schemas.openxmlformats.org/officeDocument/2006/relationships/slide" Target="/ppt/slides/slide3.xml" Id="R09788dbfb1304647" /><Relationship Type="http://schemas.openxmlformats.org/officeDocument/2006/relationships/slide" Target="/ppt/slides/slide4.xml" Id="R8778863d8b0b4edd" /><Relationship Type="http://schemas.openxmlformats.org/officeDocument/2006/relationships/slide" Target="/ppt/slides/slide5.xml" Id="R072a8195569e4cf5" /><Relationship Type="http://schemas.openxmlformats.org/officeDocument/2006/relationships/slide" Target="/ppt/slides/slide6.xml" Id="Ra70c60afe3584acf" /><Relationship Type="http://schemas.openxmlformats.org/officeDocument/2006/relationships/slide" Target="/ppt/slides/slide7.xml" Id="Rcb5e93b8550f41f3" /><Relationship Type="http://schemas.openxmlformats.org/officeDocument/2006/relationships/slide" Target="/ppt/slides/slide8.xml" Id="R74367aecc79a4beb" /><Relationship Type="http://schemas.openxmlformats.org/officeDocument/2006/relationships/slide" Target="/ppt/slides/slide9.xml" Id="R86667d31e73746d1" /><Relationship Type="http://schemas.openxmlformats.org/officeDocument/2006/relationships/slide" Target="/ppt/slides/slide10.xml" Id="R014e5e50eb0e4d8f" /><Relationship Type="http://schemas.openxmlformats.org/officeDocument/2006/relationships/slide" Target="/ppt/slides/slide11.xml" Id="Rb672982b1b874a58" /><Relationship Type="http://schemas.openxmlformats.org/officeDocument/2006/relationships/slide" Target="/ppt/slides/slide12.xml" Id="R1d65e821a8cc4d4c" /><Relationship Type="http://schemas.openxmlformats.org/officeDocument/2006/relationships/slide" Target="/ppt/slides/slide13.xml" Id="R64d31bd24dff4fbf" /><Relationship Type="http://schemas.openxmlformats.org/officeDocument/2006/relationships/slide" Target="/ppt/slides/slide14.xml" Id="R1e3f7be220f44a1e" /><Relationship Type="http://schemas.openxmlformats.org/officeDocument/2006/relationships/slide" Target="/ppt/slides/slide15.xml" Id="Re23770b9594047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34bfa09c74a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d6f1f979ce4c75" /><Relationship Type="http://schemas.openxmlformats.org/officeDocument/2006/relationships/notesMaster" Target="/ppt/notesMasters/notesMaster1.xml" Id="R3c121807dd084a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fbeb7c9254ff4" /><Relationship Type="http://schemas.openxmlformats.org/officeDocument/2006/relationships/notesMaster" Target="/ppt/notesMasters/notesMaster1.xml" Id="R9e7ce404b739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b34d9eaec4860" /><Relationship Type="http://schemas.openxmlformats.org/officeDocument/2006/relationships/notesMaster" Target="/ppt/notesMasters/notesMaster1.xml" Id="R2317f3372936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beaec2b8464d01" /><Relationship Type="http://schemas.openxmlformats.org/officeDocument/2006/relationships/notesMaster" Target="/ppt/notesMasters/notesMaster1.xml" Id="R21aeec15a1184e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3469fb434f4284" /><Relationship Type="http://schemas.openxmlformats.org/officeDocument/2006/relationships/notesMaster" Target="/ppt/notesMasters/notesMaster1.xml" Id="R4818703eb467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7e572b448948c1" /><Relationship Type="http://schemas.openxmlformats.org/officeDocument/2006/relationships/notesMaster" Target="/ppt/notesMasters/notesMaster1.xml" Id="R61305a4b546a48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4d716f96e4747" /><Relationship Type="http://schemas.openxmlformats.org/officeDocument/2006/relationships/notesMaster" Target="/ppt/notesMasters/notesMaster1.xml" Id="R89f7d711c76e43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bbfa05dfb7431b" /><Relationship Type="http://schemas.openxmlformats.org/officeDocument/2006/relationships/notesMaster" Target="/ppt/notesMasters/notesMaster1.xml" Id="R8d92ff1ee73441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568bbf509a46c5" /><Relationship Type="http://schemas.openxmlformats.org/officeDocument/2006/relationships/notesMaster" Target="/ppt/notesMasters/notesMaster1.xml" Id="Rd5531d10f19448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13a53c491145a3" /><Relationship Type="http://schemas.openxmlformats.org/officeDocument/2006/relationships/notesMaster" Target="/ppt/notesMasters/notesMaster1.xml" Id="R91609a72a9d341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2af91bb8424d41" /><Relationship Type="http://schemas.openxmlformats.org/officeDocument/2006/relationships/notesMaster" Target="/ppt/notesMasters/notesMaster1.xml" Id="R76bcc86f6e1d4a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57f12d085e404e" /><Relationship Type="http://schemas.openxmlformats.org/officeDocument/2006/relationships/notesMaster" Target="/ppt/notesMasters/notesMaster1.xml" Id="Rdfaa3273cbb146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af4f26891b4052" /><Relationship Type="http://schemas.openxmlformats.org/officeDocument/2006/relationships/notesMaster" Target="/ppt/notesMasters/notesMaster1.xml" Id="Rf47cdaeee70442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7f177562694fc3" /><Relationship Type="http://schemas.openxmlformats.org/officeDocument/2006/relationships/notesMaster" Target="/ppt/notesMasters/notesMaster1.xml" Id="Rb35b7d81c8ac49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9d525a7d48467d" /><Relationship Type="http://schemas.openxmlformats.org/officeDocument/2006/relationships/notesMaster" Target="/ppt/notesMasters/notesMaster1.xml" Id="R7fc32d04533f4f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0c76e1f6b4c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d772a706d41f1" /><Relationship Type="http://schemas.openxmlformats.org/officeDocument/2006/relationships/slideLayout" Target="/ppt/slideLayouts/slideLayout1.xml" Id="R891a23c7cfa041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1a23c7cfa0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6abd223d4442b" /><Relationship Type="http://schemas.openxmlformats.org/officeDocument/2006/relationships/notesSlide" Target="/ppt/notesSlides/notesSlide1.xml" Id="Ra79c0163e3e94e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f68fd43f74fd4" /><Relationship Type="http://schemas.openxmlformats.org/officeDocument/2006/relationships/notesSlide" Target="/ppt/notesSlides/notesSlide2.xml" Id="Rbf5a9d51b57c43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6b1baaf3d421a" /><Relationship Type="http://schemas.openxmlformats.org/officeDocument/2006/relationships/notesSlide" Target="/ppt/notesSlides/notesSlide3.xml" Id="R27c5ecaac56f45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6640287624294" /><Relationship Type="http://schemas.openxmlformats.org/officeDocument/2006/relationships/notesSlide" Target="/ppt/notesSlides/notesSlide4.xml" Id="R7525f5d1d33541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fc7d6168c4595" /><Relationship Type="http://schemas.openxmlformats.org/officeDocument/2006/relationships/notesSlide" Target="/ppt/notesSlides/notesSlide5.xml" Id="R44d02bb54c724b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29dff4d5a40b1" /><Relationship Type="http://schemas.openxmlformats.org/officeDocument/2006/relationships/notesSlide" Target="/ppt/notesSlides/notesSlide6.xml" Id="Rf10bfa82a4c245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50b4b28124355" /><Relationship Type="http://schemas.openxmlformats.org/officeDocument/2006/relationships/notesSlide" Target="/ppt/notesSlides/notesSlide7.xml" Id="Rd7bbd98652dc42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5b04614d64586" /><Relationship Type="http://schemas.openxmlformats.org/officeDocument/2006/relationships/notesSlide" Target="/ppt/notesSlides/notesSlide8.xml" Id="R30d52af2367745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8f9b7ba9c44a6" /><Relationship Type="http://schemas.openxmlformats.org/officeDocument/2006/relationships/notesSlide" Target="/ppt/notesSlides/notesSlide9.xml" Id="Rcd1b4c59e8ae4f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149cf21ce4ac1" /><Relationship Type="http://schemas.openxmlformats.org/officeDocument/2006/relationships/notesSlide" Target="/ppt/notesSlides/notesSlide10.xml" Id="R6ede09b7153843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a8a74774f4c57" /><Relationship Type="http://schemas.openxmlformats.org/officeDocument/2006/relationships/notesSlide" Target="/ppt/notesSlides/notesSlide11.xml" Id="Ra4defd346c604c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c3fe3ecba4292" /><Relationship Type="http://schemas.openxmlformats.org/officeDocument/2006/relationships/notesSlide" Target="/ppt/notesSlides/notesSlide12.xml" Id="R8c32d258592b46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b03d8afd24578" /><Relationship Type="http://schemas.openxmlformats.org/officeDocument/2006/relationships/notesSlide" Target="/ppt/notesSlides/notesSlide13.xml" Id="Rbd2c5f18bee24c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c7d8303eb4f1f" /><Relationship Type="http://schemas.openxmlformats.org/officeDocument/2006/relationships/notesSlide" Target="/ppt/notesSlides/notesSlide14.xml" Id="R29fc5205a15241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0200a06034e3d" /><Relationship Type="http://schemas.openxmlformats.org/officeDocument/2006/relationships/notesSlide" Target="/ppt/notesSlides/notesSlide15.xml" Id="Rfd384df173d04a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3C8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EE7FA-836F-4580-A398-D2A7F7BF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76350"/>
            <a:ext cx="1581150" cy="15811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D136E-19DD-47BD-A67D-C8208A1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7477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18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Turn buyer evidence into stronger B2B campaigns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94486-3B53-405A-A562-A9EE8C93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way for B2B demand-generation teams to learn from the market</a:t>
            </a:r>
          </a:p>
        </p:txBody>
      </p:sp>
    </p:spTree>
    <p:extLst>
      <p:ext uri="{BB962C8B-B14F-4D97-AF65-F5344CB8AC3E}">
        <p14:creationId xmlns:p14="http://schemas.microsoft.com/office/powerpoint/2010/main" val="658576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B595F-61A2-4AA3-B8A9-81CDAD4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F99D4-0A8B-4B63-A714-04542566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6D37C-55AF-4363-9F5B-E35D337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One offer meets four buyer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DA28E-BBFE-4B8D-9216-0443B2D1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buyer does not experience separate marketing, sales, and CRM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FB08C-5F61-4EC1-8D12-E30BD15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FB8E3-26F5-40E9-8E42-C37EA87F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95779-9B28-478B-9215-9B160EB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‘Create more qualified meetings’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3270C-2C5F-4269-815F-E0D27946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1871B-6191-433B-B4A9-B24F909A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6E4B-87DD-4294-87B0-4BEF081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Buyer doubt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06422-C89F-4964-8C1E-0C5082E9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6A338-E1BF-4D8A-8944-88FE29F8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9F635-E6B6-4C56-A187-046C21B8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76B9B-7117-45D1-A092-FE51381B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Sales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8403F-AA1C-46C9-9CFD-482E80FB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06377-87F3-4869-9688-070927CD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A5F27-6F58-43B2-BD50-3496471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196FC-E2F6-4924-A3E2-6C569F55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CRM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4CA6B-0A9D-4745-B17E-1613707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Lost: unclear proof and poor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77BC0-F799-431E-A933-ACAE98A3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9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company stores each part of this journey somewhere else.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C848F-ABBB-4133-A2F4-279B29B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0143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033B-3757-4B3B-966D-993B251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EF71D-8306-42CA-9F75-7898FF5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0367B-4677-48DF-A2A0-2694D2A6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Dashboards show what. Buyers explain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AFB4B-A9C6-4F59-9D6E-B9B35179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A conversion rate cannot tell a team whether the offer was unclear, unproven, or aimed at the wrong buyer.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09654-45A6-433C-BBEA-5E9A2A70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FC035-8AA7-4E09-A93E-AD3CECF6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Quantitative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95624-3460-4814-8654-2DF5A2C3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Reply rate</a:t>
            </a:r>
          </a:p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meetings</a:t>
            </a:r>
          </a:p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Pipeline created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8EE8F-C7E9-41EF-9D6C-AD44EBF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8E4C6-1961-4DDF-9A72-F230363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Qualitative buyer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6402B-9A1E-4BCF-91DD-99EE116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‘We tried this before.’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8C9E7-E85F-4195-A902-9A016A47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57500"/>
            <a:ext cx="41910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65E9B-BD77-41E8-A126-F89256EF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Numbers describe the result. Buyer language explains the decision behind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0E0E8-B011-42EB-9CD1-3DC06579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4504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EA803-BDB6-4911-861E-DF8C1C04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2747F-90D7-4994-9C89-FCDD4282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125E2-A155-41BF-99CC-E22DFA89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AI makes buyer language usable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21F5F-E098-4195-B52A-88901B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technical change is the ability to turn authorised evidence into a working campaign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EABC5-24C1-48CD-B7BD-1A4C7013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114E9-EDC1-473E-98F3-81C34132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81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0D3CC-F28C-49F0-9B80-71875243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3238C-B602-4AFA-BE47-A8628EAB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Understands recurring questions, proof requests, and objections across 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A6A92-08E6-40BA-A4BF-3F2B5778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C31CE-D987-4CB7-B4F9-218904CB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337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APIs +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D04F6-21DF-4324-9E52-FB835E84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956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15A75-3475-4F8D-8E8E-71FDD095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Bring authorised campaign, conversation, and outcome data into one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741FB-1E87-43CC-B1F5-C3A20112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30E05-17DE-48CC-AD36-007B4C9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862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93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Next campaign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13006-26F1-405C-8024-0A3A3054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482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DAD75-2E73-416F-B477-7E850671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815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Lets a team apply what it learned while the evidence is still useful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BEEA4-3BB6-435E-883B-131E87FA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37783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C21BB-4515-491B-8381-D6FC4EA4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F7069-A5C3-4530-9817-03B45804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Each offer should improve the next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51BAC-EC8C-4C92-8A2B-9A7292F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Each offer creates buyer language and commercial outcomes. The next offer should begin with that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A2B8C-B54D-4EEA-A370-0DBC21B9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613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9870C-124D-46F9-9382-7EC92A02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170B6-E918-4C05-BDAA-0E26C2F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EC9C1-3760-4613-BA26-AF14B3A2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product creates the next campaign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ACDF9-E980-4570-875A-08A64BBA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brief recommends what the team should say, prove, answer, exclude, and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B1C4F-017E-4CCE-B24B-7CB49E1D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697A9-D0BA-45B6-971B-BC856475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E6184-A0AA-4C8F-AC1C-5BF8F06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814FA-D899-426F-A9EC-DFE9146A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1AF-384A-437B-BD65-95329649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78260-CFA6-4D8C-B835-B707F59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9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CRM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52D93-CFE9-4FD9-A17B-56B21E8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09537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4EF6D-131A-4403-9625-D9D23BB4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08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Collect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3ABA7-B15A-4D06-ACD6-06C8BD1D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5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182CB-EC10-42DE-A13D-2EF22D9A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AFBCF-02D3-4855-B095-E47882C2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BE937-7785-45F7-8041-D3C5BAD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5747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6B63E-9D43-407A-B3C0-A705E6A8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5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5974E-E5DA-41C4-9C97-4D29868D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2743200" cy="2857500"/>
          </a:xfrm>
          <a:prstGeom xmlns:a="http://schemas.openxmlformats.org/drawingml/2006/main" prst="roundRect">
            <a:avLst>
              <a:gd name="adj" fmla="val 27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097D6-F417-4E1B-9CF6-C4AB532A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1374A-37B6-4045-A7E7-CA8D3155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Evidence-backed</a:t>
            </a:r>
          </a:p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CEA59-43B0-4F03-84B0-FFD4ADCB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Proof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Objection response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Qualification rule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 copy to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36595-54D4-4C88-BBB6-62E6DD2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86102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4DD54-B3B5-4213-8CE9-808C8D4C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7DB12-2F28-4E03-8653-44ED52AD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006DA-B148-414B-B45E-6061B67F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language shapes sales copy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C0775-FC38-4AD6-9FDF-0EE169F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gives the team a brief they can approve and turn into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5D13-2217-4725-85A4-D8FCCBBF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C0C15-1100-43BA-964C-C0C86EE4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79C1D-E758-428F-95D7-1B8D94E9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B67EA-1692-4359-BF61-FE3F15A0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does qualified mean?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75F6F-D810-4517-8243-0FAC4D37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02C79-23C0-43DD-97AF-AEF06857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Can you prove this works for us?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5B5EE-20DF-46A0-8997-59F87DB6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E6121-270D-4465-9DE7-43D70B5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We tried this before.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F38ED-109C-474F-BABD-FE6B3D2B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864CB-B2F4-42C7-B861-5E852DE3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3629E-2160-4DC6-A88A-F1D2ACC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D5F49-A5B0-46AB-97F5-49A6BE64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Define the qualification standard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C93D5-A401-4D92-9D37-EF5DFA78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A1BD8-2F49-4958-9BD8-F49A697B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Lead with comparable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8104F1-C92A-4CD6-AB92-95FFF66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191B7-D314-4EBF-A071-75AAB3B4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Address the failed alternative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4C073-0F2A-4FD1-AC60-8E1C70C9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640E5-DE4D-4DF4-9DDA-ECFEBD58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Sales-copy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6E36D-C2CD-4CC8-A8C2-B5A2216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C5278-5348-429A-93A6-2565292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State who the offer is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A0A90-FE43-452E-B8B3-302E8943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5BB67E-6F66-40A9-BB1A-664D89C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Open with the relevant case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3C2EE-FF65-4439-8548-E54BA405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20C28-BCD9-4B22-A5B4-113A30F9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Explain the filtering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A8EEC-88E3-44FA-A39B-F5EC2EF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89083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2AB8B-9959-4CA5-8346-5637C0CA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5EC2-0490-43B8-8299-210CF59C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4D2F7-A33A-4600-B6B6-60D7475F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Demand-generation teams are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E8083-5080-465F-B1B4-7C1FBA94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They make these decisions every campaign and own the resulting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B3A99-5AE2-462E-8E02-87028E3D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9E7FE-A3BC-4704-A0C0-6A5122C7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leads the next campaign?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801F9-8C60-4410-B102-121DFE48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24FBF-534A-498F-8315-AF1D1206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proof earns attention?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EEA1F-F33E-4D2D-9241-63B8978D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FF6A4-47E7-474F-A22C-AE427E0B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objections should copy answer?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96B7FF-4DC8-4450-B4A9-8A68EB2A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6A047-7412-43D1-8D13-9D3C771B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buyers should the campaign qualify out?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A3C2A-1D08-4104-B6F1-103C25E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08050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0C0ED-CA3E-46B1-938C-D0EBBD96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921F6-97EB-431E-ACF9-DA23563A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192F2-D79D-4A58-A70F-DEDBE1D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category begins with the offer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69E74-98D0-4C65-9AEB-309A15D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This is not a feature race. It is a different unit of commercial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7E257-3ADB-44A9-A5B2-D5B0B03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811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A4B01-DB88-4093-A777-68AD4E43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0EA3F-65E5-4440-A3CE-451600F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Gong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AE752-EAB4-4BBD-A138-5C577348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7D444-25AF-4552-8987-CB9F7DFF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C74A8-C8B5-4158-A08F-7FB403E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02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3C1AB-AC04-4379-ABE0-7E2C94C9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HubSpot / 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1C79E-335B-4CC9-BCC7-9EF4D54E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Contact, deal, and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56E75-C693-40E1-812F-AA6CA073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194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A929C-6C32-4960-87A0-F657939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887A3-4009-49E0-8216-7DC0D38B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Marketing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89674-964D-4C6C-961E-F9A278FA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57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and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AF287-12F7-485F-8D0A-3515952D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CBE63-F427-4A9C-B788-0317E127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DB1CF-7465-463C-80A6-BAD8B33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45023-E064-47F2-A544-1D2D1091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Offer, buyer response, outcome, and next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ADEDA-0AC6-4FC5-BA3F-F6020A09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058600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7E3FB-1C65-4514-AA92-E141B07D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E54CF-2E2B-474A-877F-3EF9ED60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D0F28-A4F6-421B-BD55-6D56807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offer-learning loop compounds with every campaign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06661-7383-4776-896D-74F94C4D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Raw qualitative data exists everywhere. The advantage comes from linking it to approved decisions and commercial outcomes, then using it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F6B45-3C54-4E7C-8051-5594E1D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C13D0-68A3-4EE5-8674-3AAD6D0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609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79823-76B4-45AE-9952-AC46834B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 launched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B34A0-6493-4EBF-8CEE-0785E346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E700A-0314-48D9-A408-66B612AA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972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F0BB2-D948-470D-B0E1-0F52BB66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+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B0628-8176-4908-85E9-004BAAA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15793-D679-4989-AD2B-56CE47E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52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7AAD7-56F0-4091-965F-4901D0AC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07DFC-8FDB-4AB8-B9C1-7301427F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888F0-5816-4EAC-8A4E-43FF54B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528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11239-D7D0-4E87-ABF7-2B2DF0B3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New offer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tested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7A794-57A6-4A1B-B917-E4362908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76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CA4FF-F50C-4023-8469-40B7EFBC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16EBB-1469-4FF8-AA32-C5264511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95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33AD3-8957-4191-A63E-88C8D67F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D27C6-D786-470D-BC4C-7CBC796A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Every cycle makes the next recommendation more grounded in the customer’s market.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9F62F-6871-478E-B9B4-5D4EB11C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6163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5DEC6-0FC2-4E79-BF90-4487B2D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DCD3A-96AC-486E-8D50-93129486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36794-77F1-4383-A6F0-2EB55D11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Demand generation first. Other commercial teams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8096D-0344-4334-B4C2-157739FB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first team is demand generation. The same learning system can later improve the other commercial messages a company sends.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5648C-A5C5-4417-9281-4072794B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8EF96-AFF8-43FE-91FE-577E59A6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Demand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2FE7E-401D-47B0-817A-DD1D3201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should lead the next campaign?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8C3B2-56A9-4A1D-BFD6-5BF51C7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87552-85B6-4864-88D1-0BD0D039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595B7-04AE-4496-88FA-F291EB2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5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Product marketing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73143-403F-41C4-9B57-DA6337EA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positioning and proof should lead a launch?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18718-08E0-4C6E-A2E2-993EA58B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008AB7-4FC2-4172-A58F-9FBFF307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D045F-24E7-4E0A-8949-4CFA3C3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 enablement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9DF5A-F898-4DD1-8E47-990F29FA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proof and objection response should sales use?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F7E44-5127-493B-B09C-FA4BD5E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48AAF-E9D4-4BA2-9D5C-C7A0BDFD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967B0-1F20-44B1-A29D-285E857E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4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95F19-4F4B-4E7B-9017-4E672F08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renewal or expansion offer should the customer receive?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1F608-5B49-4557-8D4F-70583896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14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system stays the same: offer → buyer response → commercial outcome → better next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5AB07-CFCF-411B-A153-2112544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08726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0A42C-CED1-43D4-B094-ED6EB65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A7377-0CE4-4599-A2FE-2399A0D0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18F8C-51BB-4058-8E9D-A689E725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Value appears in qualified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E4D09-84E5-43BF-BD83-240F340C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earns its place when stronger offers create more of the demand a sales team can actually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82094-78A7-4CF7-ACC9-AAF79C2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2D0FF-30AD-4F13-9ED2-DEAA44DB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C7C33-F48E-4EF9-89A1-A3BBB99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adopted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9E28F-4229-4345-96F7-4EA26736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40633-858C-4E91-ACAA-62317F3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8E80A-39EB-42BC-B277-33C5579F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0A152-A811-4137-8527-1AD3FB5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replies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or meetings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BAB4D-5E59-499B-8FB0-660E861C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60E5A-DE9A-42C8-AF06-91A9C889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8A94E-156A-4E5B-B853-1B149508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84A23-082D-4C95-95A0-E2B4E8A4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Sales-accepted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opportunities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9A072-4F15-4908-8DA6-DF56DAB6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732DD0-0443-494C-BD63-759DF37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5E6F2-5FAB-428F-91BC-6CD8EE6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57475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CA4B1-2A3E-4320-8EF2-C56725A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C60C2-3D8F-4849-8312-41FD4CE8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compares this result with the team’s current workflow and a smart analyst using the same tools.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25AA4-7C47-4D1F-91B7-8907220D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236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E9AA7-B655-40E6-A847-3CFC04CF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06E71-A906-4070-A741-FACE2C8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6744B-EB0C-4469-9F40-05739D3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separates product from analyst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141F6-BA42-49F8-BEFD-3367FEAF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does not ask whether the output looks impressive. It asks whether the brief changes a campaign decision and its commercial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B564E-C01E-45AB-AA27-7EFBDC39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5DF2E-3D77-4D80-A037-4401D36B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5F6D4-1F1A-45AB-80D1-63D9031A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Manual campaign review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reports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Team judgement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2410D-D919-4369-8C5D-1C540724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8244B-5C55-405E-800F-4A496CB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Analyst +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90AB5-46CA-4824-A2DB-99DFA3F0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stack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General AI synthesis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One-off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E9960-7B94-4890-BBC2-1740C4A4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D3210-5B41-41E6-8BF3-544E2CE8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B4CFB-41F2-4C06-96C6-2E615F0D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Offer-learning record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brief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Approved next 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A8F51-D74A-4869-B20D-B9D8DE1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24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Same campaign decision. Same evidence. Comparable time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B758A-01EC-4A3E-A0A2-95FC312F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085350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2B261-FC5A-4609-8100-7029E1F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11E30-5490-4382-A094-5516B9A7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131B6-F561-4F16-8739-155D4115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creates four proofs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DE2D2-29A6-4620-970D-642D7F08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Can a B2B demand-generation team use an evidence-backed campaign brief to make a better commercial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853EC-241A-4885-80E6-1196F91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FB59E-DE6B-4FC1-8B49-1CEC92C1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73105-D7B4-4C4E-A78D-1449860A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57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teams adopt the brief?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626D3-E7B3-4CB3-B56A-A256B357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CFFBD-5EE4-48E3-8B4C-7DDD95F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02C6E-D2A1-4D68-B5DD-CBAB1AEF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57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2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the team choose a materially different decision?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DD29A-812F-4BBD-8660-E58BE569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D6593-FC16-40E9-85FE-866C23A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C3DAE-0CD8-4D63-9343-16101804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qualified demand improve?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F2F34-DFAC-4731-B333-DC217BC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07AFC-BD3E-43A6-8C2F-B5A6ABE3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D8901E-DBB1-44D6-B757-7A45ED71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24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multiple teams share the same decision structure?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19046-2A0A-48FA-A101-611E4102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243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14A17-06E9-4143-90B6-0030789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1B8AD-F6D0-4B14-934F-6E4ED5AB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90F74-CDCF-4590-AFFC-3C5ECDFF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Next: test the brief with real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119A0-DC68-4726-9F55-48A8AAE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work now is simple: reach the right teams, listen to their last campaign, and build the smallest useful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7B4FE-2C91-4F79-9AD6-9112A1E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57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4F556-134F-448A-99F6-E7C161FE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90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Find two suitable B2B demand-generation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D8E22-5393-4E8D-8A97-D3E8F15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Reach agencies on LinkedIn that run recurring outbound or demand-generation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8531E-AF88-4ADB-A59A-7F06565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22973-A2AC-4DBA-9D28-B1A1292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Reconstruct one recent campaign with each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5B0D6-8F5D-40DA-A492-1619BA74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19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Map the offer, buyer conversations, and commercial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853A7-B72F-4B2D-AB14-2EE1665E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71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34CD5-D295-49BD-B546-C418955C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Build and test one campaign-brief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B21AC-D8AA-47F8-8CEB-E2FAD6A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767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Turn that evidence into a decision the team can test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5182D-7E22-46E4-9B7C-30756D7F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6667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30BC0-1DAE-4B7F-A018-A6E9AED8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05450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Resources needed: agency introductions, early pilot feedback, and prototype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4AD63-144F-4723-83EA-8A96F01F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2293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1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37804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2026-09-06T04:39:29.0410000Z</dcterms:created>
  <dcterms:modified xsi:type="dcterms:W3CDTF">2026-09-06T04:39:29.0410000Z</dcterms:modified>
</coreProperties>
</file>