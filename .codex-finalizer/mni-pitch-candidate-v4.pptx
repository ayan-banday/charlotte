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33b2b016947f6" /><Relationship Type="http://schemas.openxmlformats.org/officeDocument/2006/relationships/extended-properties" Target="/docProps/app.xml" Id="Rc3a2c3b419ec4450" /><Relationship Type="http://schemas.openxmlformats.org/officeDocument/2006/relationships/officeDocument" Target="/ppt/presentation.xml" Id="R0169df39b2974b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55d283d6524250"/>
  </p:sldMasterIdLst>
  <p:notesMasterIdLst>
    <p:notesMasterId xmlns:r="http://schemas.openxmlformats.org/officeDocument/2006/relationships" r:id="Rb9d588259b624139"/>
  </p:notesMasterIdLst>
  <p:sldIdLst>
    <p:sldId xmlns:r="http://schemas.openxmlformats.org/officeDocument/2006/relationships" id="256" r:id="R86378c5d6db44931"/>
    <p:sldId xmlns:r="http://schemas.openxmlformats.org/officeDocument/2006/relationships" id="257" r:id="Rd86b2b78a6494390"/>
    <p:sldId xmlns:r="http://schemas.openxmlformats.org/officeDocument/2006/relationships" id="258" r:id="R5bd3ab5a885546a3"/>
    <p:sldId xmlns:r="http://schemas.openxmlformats.org/officeDocument/2006/relationships" id="259" r:id="Rb116140d0f3546fd"/>
    <p:sldId xmlns:r="http://schemas.openxmlformats.org/officeDocument/2006/relationships" id="260" r:id="R428092500ef9410b"/>
    <p:sldId xmlns:r="http://schemas.openxmlformats.org/officeDocument/2006/relationships" id="261" r:id="Rc89b5e42ea204872"/>
    <p:sldId xmlns:r="http://schemas.openxmlformats.org/officeDocument/2006/relationships" id="262" r:id="R1e7eacf2d4884665"/>
    <p:sldId xmlns:r="http://schemas.openxmlformats.org/officeDocument/2006/relationships" id="263" r:id="R8a40f90eca2b4673"/>
    <p:sldId xmlns:r="http://schemas.openxmlformats.org/officeDocument/2006/relationships" id="264" r:id="Rd72b59e5d7334e3d"/>
    <p:sldId xmlns:r="http://schemas.openxmlformats.org/officeDocument/2006/relationships" id="265" r:id="R7fa19f1f5f514cb8"/>
    <p:sldId xmlns:r="http://schemas.openxmlformats.org/officeDocument/2006/relationships" id="266" r:id="R7d7bce2b04984c02"/>
    <p:sldId xmlns:r="http://schemas.openxmlformats.org/officeDocument/2006/relationships" id="267" r:id="Rcea07e79d7734be8"/>
    <p:sldId xmlns:r="http://schemas.openxmlformats.org/officeDocument/2006/relationships" id="268" r:id="Rf5bb40e00ac5425c"/>
    <p:sldId xmlns:r="http://schemas.openxmlformats.org/officeDocument/2006/relationships" id="269" r:id="Rf455c7b6b6914d2e"/>
    <p:sldId xmlns:r="http://schemas.openxmlformats.org/officeDocument/2006/relationships" id="270" r:id="R28bdb28ccc5a43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0d9c152159406d" /><Relationship Type="http://schemas.openxmlformats.org/officeDocument/2006/relationships/slideMaster" Target="/ppt/slideMasters/slideMaster1.xml" Id="R4b55d283d6524250" /><Relationship Type="http://schemas.openxmlformats.org/officeDocument/2006/relationships/notesMaster" Target="/ppt/notesMasters/notesMaster1.xml" Id="Rb9d588259b624139" /><Relationship Type="http://schemas.openxmlformats.org/officeDocument/2006/relationships/presProps" Target="/ppt/presProps.xml" Id="R9b253c91238547d4" /><Relationship Type="http://schemas.openxmlformats.org/officeDocument/2006/relationships/tableStyles" Target="/ppt/tableStyles.xml" Id="R3ec0a760ec8f4255" /><Relationship Type="http://schemas.openxmlformats.org/officeDocument/2006/relationships/slide" Target="/ppt/slides/slide1.xml" Id="R86378c5d6db44931" /><Relationship Type="http://schemas.openxmlformats.org/officeDocument/2006/relationships/slide" Target="/ppt/slides/slide2.xml" Id="Rd86b2b78a6494390" /><Relationship Type="http://schemas.openxmlformats.org/officeDocument/2006/relationships/slide" Target="/ppt/slides/slide3.xml" Id="R5bd3ab5a885546a3" /><Relationship Type="http://schemas.openxmlformats.org/officeDocument/2006/relationships/slide" Target="/ppt/slides/slide4.xml" Id="Rb116140d0f3546fd" /><Relationship Type="http://schemas.openxmlformats.org/officeDocument/2006/relationships/slide" Target="/ppt/slides/slide5.xml" Id="R428092500ef9410b" /><Relationship Type="http://schemas.openxmlformats.org/officeDocument/2006/relationships/slide" Target="/ppt/slides/slide6.xml" Id="Rc89b5e42ea204872" /><Relationship Type="http://schemas.openxmlformats.org/officeDocument/2006/relationships/slide" Target="/ppt/slides/slide7.xml" Id="R1e7eacf2d4884665" /><Relationship Type="http://schemas.openxmlformats.org/officeDocument/2006/relationships/slide" Target="/ppt/slides/slide8.xml" Id="R8a40f90eca2b4673" /><Relationship Type="http://schemas.openxmlformats.org/officeDocument/2006/relationships/slide" Target="/ppt/slides/slide9.xml" Id="Rd72b59e5d7334e3d" /><Relationship Type="http://schemas.openxmlformats.org/officeDocument/2006/relationships/slide" Target="/ppt/slides/slide10.xml" Id="R7fa19f1f5f514cb8" /><Relationship Type="http://schemas.openxmlformats.org/officeDocument/2006/relationships/slide" Target="/ppt/slides/slide11.xml" Id="R7d7bce2b04984c02" /><Relationship Type="http://schemas.openxmlformats.org/officeDocument/2006/relationships/slide" Target="/ppt/slides/slide12.xml" Id="Rcea07e79d7734be8" /><Relationship Type="http://schemas.openxmlformats.org/officeDocument/2006/relationships/slide" Target="/ppt/slides/slide13.xml" Id="Rf5bb40e00ac5425c" /><Relationship Type="http://schemas.openxmlformats.org/officeDocument/2006/relationships/slide" Target="/ppt/slides/slide14.xml" Id="Rf455c7b6b6914d2e" /><Relationship Type="http://schemas.openxmlformats.org/officeDocument/2006/relationships/slide" Target="/ppt/slides/slide15.xml" Id="R28bdb28ccc5a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de4302dc08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57813257094b6f" /><Relationship Type="http://schemas.openxmlformats.org/officeDocument/2006/relationships/notesMaster" Target="/ppt/notesMasters/notesMaster1.xml" Id="R3721f0ca35ce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d77ef71c764c1b" /><Relationship Type="http://schemas.openxmlformats.org/officeDocument/2006/relationships/notesMaster" Target="/ppt/notesMasters/notesMaster1.xml" Id="R4e0acf7f465543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98af77cc67481e" /><Relationship Type="http://schemas.openxmlformats.org/officeDocument/2006/relationships/notesMaster" Target="/ppt/notesMasters/notesMaster1.xml" Id="Rb7b4cb0292b8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f6314f4384dd4" /><Relationship Type="http://schemas.openxmlformats.org/officeDocument/2006/relationships/notesMaster" Target="/ppt/notesMasters/notesMaster1.xml" Id="Ra63b880f4404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336d00c99d4d66" /><Relationship Type="http://schemas.openxmlformats.org/officeDocument/2006/relationships/notesMaster" Target="/ppt/notesMasters/notesMaster1.xml" Id="Ra3567b386e8c43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8134d588a9470b" /><Relationship Type="http://schemas.openxmlformats.org/officeDocument/2006/relationships/notesMaster" Target="/ppt/notesMasters/notesMaster1.xml" Id="R8967dfc58a0340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020d9a82bf49ca" /><Relationship Type="http://schemas.openxmlformats.org/officeDocument/2006/relationships/notesMaster" Target="/ppt/notesMasters/notesMaster1.xml" Id="R32be308a68fb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7634b919a84f59" /><Relationship Type="http://schemas.openxmlformats.org/officeDocument/2006/relationships/notesMaster" Target="/ppt/notesMasters/notesMaster1.xml" Id="Rc75c582116d647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bad5d837b34c7d" /><Relationship Type="http://schemas.openxmlformats.org/officeDocument/2006/relationships/notesMaster" Target="/ppt/notesMasters/notesMaster1.xml" Id="R524182b4d2c949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35a6dc0f1047d7" /><Relationship Type="http://schemas.openxmlformats.org/officeDocument/2006/relationships/notesMaster" Target="/ppt/notesMasters/notesMaster1.xml" Id="Re6e0dbc85e374b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895a91794243a2" /><Relationship Type="http://schemas.openxmlformats.org/officeDocument/2006/relationships/notesMaster" Target="/ppt/notesMasters/notesMaster1.xml" Id="R82197fb3a4984c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b85f15ba344c2f" /><Relationship Type="http://schemas.openxmlformats.org/officeDocument/2006/relationships/notesMaster" Target="/ppt/notesMasters/notesMaster1.xml" Id="Rc0042465f50c40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320a583d874ee5" /><Relationship Type="http://schemas.openxmlformats.org/officeDocument/2006/relationships/notesMaster" Target="/ppt/notesMasters/notesMaster1.xml" Id="Ree922d0346c144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a4f0d0694e48b7" /><Relationship Type="http://schemas.openxmlformats.org/officeDocument/2006/relationships/notesMaster" Target="/ppt/notesMasters/notesMaster1.xml" Id="R040a97c7b6e44c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78f09e087b4dd2" /><Relationship Type="http://schemas.openxmlformats.org/officeDocument/2006/relationships/notesMaster" Target="/ppt/notesMasters/notesMaster1.xml" Id="R5b7b465ccb99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7043f7d12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00d97fdaf443b" /><Relationship Type="http://schemas.openxmlformats.org/officeDocument/2006/relationships/slideLayout" Target="/ppt/slideLayouts/slideLayout1.xml" Id="R52e6e19cdc88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6e19cdc88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f3dbb1494ef8" /><Relationship Type="http://schemas.openxmlformats.org/officeDocument/2006/relationships/notesSlide" Target="/ppt/notesSlides/notesSlide1.xml" Id="R1b3f66eebc0d48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17e9a180d4e8e" /><Relationship Type="http://schemas.openxmlformats.org/officeDocument/2006/relationships/notesSlide" Target="/ppt/notesSlides/notesSlide2.xml" Id="R82c5a6b0d6be4d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bcd516ef94507" /><Relationship Type="http://schemas.openxmlformats.org/officeDocument/2006/relationships/notesSlide" Target="/ppt/notesSlides/notesSlide3.xml" Id="R385ec5f71a354c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5b2dcecea4dfd" /><Relationship Type="http://schemas.openxmlformats.org/officeDocument/2006/relationships/notesSlide" Target="/ppt/notesSlides/notesSlide4.xml" Id="R775f97aa8b5542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bcee89dad4c88" /><Relationship Type="http://schemas.openxmlformats.org/officeDocument/2006/relationships/notesSlide" Target="/ppt/notesSlides/notesSlide5.xml" Id="R6c0e485d45a2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f3bef6daf4b9a" /><Relationship Type="http://schemas.openxmlformats.org/officeDocument/2006/relationships/notesSlide" Target="/ppt/notesSlides/notesSlide6.xml" Id="R29255411ee10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8080822e54623" /><Relationship Type="http://schemas.openxmlformats.org/officeDocument/2006/relationships/notesSlide" Target="/ppt/notesSlides/notesSlide7.xml" Id="Rb1b07b6e29d242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39a1c87994718" /><Relationship Type="http://schemas.openxmlformats.org/officeDocument/2006/relationships/notesSlide" Target="/ppt/notesSlides/notesSlide8.xml" Id="R395c04e89e024a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077218eb841e6" /><Relationship Type="http://schemas.openxmlformats.org/officeDocument/2006/relationships/notesSlide" Target="/ppt/notesSlides/notesSlide9.xml" Id="R4ad89a96800342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8614fb48f4b52" /><Relationship Type="http://schemas.openxmlformats.org/officeDocument/2006/relationships/notesSlide" Target="/ppt/notesSlides/notesSlide10.xml" Id="Ra5429a39148145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fb5377c524448" /><Relationship Type="http://schemas.openxmlformats.org/officeDocument/2006/relationships/notesSlide" Target="/ppt/notesSlides/notesSlide11.xml" Id="R0f9f98b8b7f348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49641595d4212" /><Relationship Type="http://schemas.openxmlformats.org/officeDocument/2006/relationships/notesSlide" Target="/ppt/notesSlides/notesSlide12.xml" Id="R67ff7d8423a34f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ae816b34f4252" /><Relationship Type="http://schemas.openxmlformats.org/officeDocument/2006/relationships/notesSlide" Target="/ppt/notesSlides/notesSlide13.xml" Id="Ra589090ffc2c41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fb64d0e64245" /><Relationship Type="http://schemas.openxmlformats.org/officeDocument/2006/relationships/notesSlide" Target="/ppt/notesSlides/notesSlide14.xml" Id="Rfa2a03ddd26a44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b6891f2904627" /><Relationship Type="http://schemas.openxmlformats.org/officeDocument/2006/relationships/notesSlide" Target="/ppt/notesSlides/notesSlide15.xml" Id="R1f62540aec6e40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3C8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FB2E-0E37-495A-B2D0-5580CCF7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76350"/>
            <a:ext cx="1581150" cy="15811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78C96-4B94-4E01-A391-7C0BB5FD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7477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18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Turn buyer evidence into stronger B2B campaigns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08289-CB8A-458D-8040-32C004B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way for B2B demand-generation teams to learn from the market</a:t>
            </a:r>
          </a:p>
        </p:txBody>
      </p:sp>
    </p:spTree>
    <p:extLst>
      <p:ext uri="{BB962C8B-B14F-4D97-AF65-F5344CB8AC3E}">
        <p14:creationId xmlns:p14="http://schemas.microsoft.com/office/powerpoint/2010/main" val="30782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E6C00-7CD2-435B-B77D-089F545A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A79F1-114B-4866-8231-B432BC5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B9C9C-F6BD-463C-A0B9-6F1311FF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One offer meets four buyer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D9062-0025-420C-8B4A-CE2A32BE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buyer does not experience separate marketing, sales, and CRM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59380-84AD-43FE-B2BB-50E05583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CD53C-57A8-44A1-A803-E6169B3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A06A2-30F2-48E2-A8A2-9746EAE5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‘Create more qualified meetings’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78306-56B7-4AEF-B2E0-E5010B85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7B81B-9C86-4949-B244-EFA582B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F73CA-67F9-47BB-A3C8-1A72F69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Buyer doubt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B10C2-925A-4414-B8F7-6797D224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B42B5-21FF-4BC3-9DA8-16F92E5A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C562F-62B9-455A-AF3E-94F1336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77AE4-8424-4032-AF49-FB1FF9C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Sales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C88D-E409-4835-B11E-603792E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17617-2CD7-45B7-9667-66E5A06B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548D5-9FF8-4CFA-8C73-DE9F676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65C1D-BED7-43F8-882B-C0DC4A7A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CRM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43289-FC6D-4157-B4D4-075269E0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Lost: unclear proof and poor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C77B1-BA93-4777-A79C-1AB840EA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9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company stores each part of this journey somewhere else.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B43FB-9B89-4E3B-8CB4-18D3F72F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649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41D6D-02AB-453E-B201-04B0122A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AEF30-2262-43A0-AAEC-029DA933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79127-9806-4295-9FD5-53FE12F0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Dashboards show what. Buyers explain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BEABF-E22F-4443-B556-BAEC9C53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A conversion rate cannot tell a team whether the offer was unclear, unproven, or aimed at the wrong buyer.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3A321-BA01-4A24-A967-9BF3222D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3EDD8-919E-432F-B047-B958C9C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Quantitative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BFA9C-D7A7-4ACF-858C-A7E09DD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Reply rate</a:t>
            </a:r>
          </a:p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meetings</a:t>
            </a:r>
          </a:p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Pipeline created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70018-D9CA-4FB5-BBEF-D6AE3DD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4987B-C173-4376-8629-1D7253B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Qualitative buyer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91548-5554-4FB0-88C3-F7CC5B9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‘We tried this before.’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A35DB-AAAE-4F67-A208-094B56B8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57500"/>
            <a:ext cx="41910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DDCB9-FA44-4D6B-9399-9A1236DF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Numbers describe the result. Buyer language explains the decision behind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ED964-EC20-4B08-BA7B-0728392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5765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4004E-2580-4EB4-B5B7-B9986895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0347E-CDCD-4537-9C3B-F7869E00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04003-673B-4ED1-845D-BBA4C69F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AI makes buyer language usable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3911F-D612-4208-871B-D4FBA525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technical change is the ability to turn authorised evidence into a working campaign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36614-952A-4820-81A0-E96D33A9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C9018-2623-448B-B674-9F110859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F5C29-D63A-411E-B8C6-20BCB0FE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481C6-644D-45E9-8B8C-D50B6640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Understands recurring questions, proof requests, and objections across 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45044-A2CE-430A-A6CF-019E811C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111F3-7B00-489C-90D8-6160356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APIs +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B49C7-B6FB-4870-AAB2-3DCAD58C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2B94E-0783-4DB4-A47E-0AB83CE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Bring authorised campaign, conversation, and outcome data into one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336CB-CA0B-4895-AEB9-A40A830A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7D215-1D37-46D1-8585-95A2656E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Next campaign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32C0A-3E31-4353-9B98-7128A7C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E2DB5-1C9B-4817-AD55-7EC84982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Lets a team apply what it learned while the evidence is still useful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2ABA1-F814-4EB8-A3DB-24A645E6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1965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50505-ACAA-4D2E-9505-268E18A3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EBE4-14FA-466F-B903-7FAC1EF7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Each offer should improve the next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95E10-8A11-428E-A562-9660C4A7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Each offer creates buyer language and commercial outcomes. The next offer should begin with that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8707-B7D4-4776-907A-44D60FCE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1754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B65B1-EC09-4E7F-8BA5-5277BBA8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3E7D-77B3-451E-B64E-4B7ECB4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93BB9-094C-4BD4-AD18-36229BD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product creates the next campaign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BC011-2C85-4D46-AF5A-280BE3F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brief recommends what the team should say, prove, answer, exclude, and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4AE96-5409-46CE-ADFB-78454F5D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4ABC3-12A9-4003-B39E-84729E9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10D5D-6D34-4658-B228-2A04E82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FC1FF-A4C9-49B6-9685-4B85B63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0E266-1D25-4399-AA8B-FCFAE843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B0490-A352-44ED-B343-C1E4A89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9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CRM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D68F4-6C9B-4F4E-A1E3-7A97A172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09537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48CEE-5862-4816-AFB5-EB9E4579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08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Collect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63AC3-47ED-4EE6-B56A-336F752F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5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18721-5614-4D82-A4B9-661DB84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12A19-57EF-42D3-9551-01C4171F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885AD-6B05-4D6A-932E-11EEBFC2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5747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D3B2B-2B6E-4995-95A3-78744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5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F51F4-58F0-45D3-8515-FEC0177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2743200" cy="2857500"/>
          </a:xfrm>
          <a:prstGeom xmlns:a="http://schemas.openxmlformats.org/drawingml/2006/main" prst="roundRect">
            <a:avLst>
              <a:gd name="adj" fmla="val 27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6BE2B-2E07-4423-A1E2-E559AA4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2E1A6-C465-4E33-B2CE-3D8A5CB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Evidence-backed</a:t>
            </a:r>
          </a:p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E33D0-4216-4A72-BD57-86CF909F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Proof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Objection response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Qualification rule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 copy to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CEAD8-C361-47CB-A233-BFC5AA5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9837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C01F7-9D79-4B5C-B1ED-4206FD8A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FC15F-7442-4B85-89F6-7DD44AED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ABA56-EB27-4254-AA32-07049FE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language shapes sales copy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5E723-102D-44DE-BA55-B1D7D586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gives the team a brief they can approve and turn into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D6E71-1C1E-4FFB-A96C-6B1322C5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D5736-2E76-43F7-B6C8-2FDC0111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5ABB3-CCAF-447C-A274-A3943DED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27B38-9373-4A3F-914E-2248348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does qualified mean?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3E570-3B73-4BC9-A9F4-B2384EFC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63DD4-64C7-4BDE-AB85-B800238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Can you prove this works for us?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931B5-5F6B-486A-9DD0-24BD094D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751C1-015C-475F-BB92-82CDA41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We tried this before.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ED540-2736-4FE0-9D7A-A2FDCC9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B40D9-FFC5-4E59-9B42-9A438F6B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CFB83-D5E2-4245-A3DE-4AA260E0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AE4C3-D20D-4F01-B621-26C7003E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Define the qualification standard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1A80D-2B92-4C18-9A3E-F1F2AB6E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F892F-A81C-4475-97D9-7E339D6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Lead with comparable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07DD6-8EBB-4D8E-8002-15BB73C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0F1FF-D3B2-40B0-AFF0-0035874B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Address the failed alternative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2077D-F0E5-4B3D-9311-871F1A82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F0F03-4503-4233-AC96-7507215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Sales-copy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D2819-0A3D-4DE0-B726-BD725EDE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9A041-3F57-4084-8145-8B46F7D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State who the offer is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FEF80-DE88-4BF3-8F5E-CBFC625D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F6D45-53CB-4AA9-852F-E2476A4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Open with the relevant case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BA9BE-5E35-4256-BB77-7D04133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26D78-7B22-4043-977D-2662417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Explain the filtering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F997E-DF0D-4305-94D7-16431C03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52135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6B57F-CA06-4118-9CF2-D2DEC887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5E985-AC6A-4211-A65B-5B9C38CB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A1F46-E0BF-4603-9338-4D2C060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Demand gen teams come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53823-574E-42F6-AE2B-40BAD31A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They make these decisions every campaign and own the resulting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4FA19-2A7C-412A-9398-A05CB0C5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DEBE6-D082-4E15-85BA-18278657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leads the next campaign?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AC05B-97DE-4B47-BF21-EF51A4C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3EFB3-7F63-4AAB-AAB5-4C333928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proof earns attention?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2C914-A51A-4EF2-9E58-F1BC0513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B4904-EC6D-4F28-B5A8-BE796A95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objections should copy answer?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27AE4-AAC5-4974-9B87-AC23EAB8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22E13-B05A-48C0-9470-34FE05C4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buyers should the campaign qualify out?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36F13-51D6-45A7-ACD6-3C363C0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069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0D94B-5E9F-4129-A4D7-E1FC504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5352E-CB1C-4ADA-A9AD-6BBACAA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EBB4A-0E01-4DC9-9C6F-C530DA6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category begins with the offer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02965-8B43-4F6B-846A-AAC9035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This is not a feature race. It is a different unit of commercial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E038A-5CEB-47FF-8433-22D07935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811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43C7D-F43B-4F75-B292-1ADCDC45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0F0FB-C833-49A7-8F25-B9CE9CC9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Gong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1CD07-D974-49B9-9A02-1250F600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E4C5A-F348-4690-B8F6-5A7AE8FB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095FB-E566-452C-BE01-16A93286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02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FB380-9352-4294-9F94-25AB34C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HubSpot / 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EE640-B04A-4D8C-A13B-AEC7F13D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Contact, deal, and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61E52-E4DA-46BA-98F2-7C204ADA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194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68E12-6CF4-490B-8B6D-26405A4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BDE69-08CF-4EBD-89AB-047DEE4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Marketing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99191-96D6-4744-8562-78C5D1D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57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and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47C10-D130-44EF-8721-4BD75EE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2ECB9-FCB5-4646-99E9-EC990BAB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54082-4F24-47F2-A007-901FD404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9ADBD-149C-4969-BCFB-EC77612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Offer, buyer response, outcome, and next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C90A5-BBB9-4784-A69C-7D75D24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661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8EC3A-3920-4FB2-9073-243A2A7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6968D-65DF-4A5F-BDA3-54DBB72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B7BF1-7985-4D09-9951-B3C9B1D9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offer-learning</a:t>
            </a:r>
          </a:p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loop compounds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9C246-327A-4678-A2A3-D9053A3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Raw qualitative data exists everywhere. The advantage comes from linking it to approved decisions and commercial outcomes, then using it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EBC1F-1D77-42E4-9AF2-73D45572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B5FD7-9D3E-4673-9543-F0570875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09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8C14F-5238-4815-BA0D-12C6218B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 launched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3DBD-2589-44E7-93CF-ECD689AA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36E2F-8FEA-4F7A-8D89-86532B1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9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A4FD7-1998-45CC-8178-50E0B53D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+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3C4FC-5CF5-48B6-96D8-D446D600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DC22D-7E3D-402F-9827-44008D5B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52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A99EE-F0A6-47BC-9651-ABCBA418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D22DF-EE0C-46E0-B007-C22ADDE8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D4B34-25EF-4BFA-9CD6-A2BF371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52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B41AA-3F70-465B-9285-564BB74D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New offer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tested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74D5F-E1D1-4576-ABD1-3A4306D1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76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F3D05-E815-4C01-8B66-FEB7BA0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2C8C9-7410-4B57-BFD7-F3184E3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95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444C2-998D-40ED-8603-32ADF99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D4080-698D-453B-B7E4-A9AACB6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Every cycle makes the next recommendation more grounded in the customer’s market.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3D9D3-8E0D-455D-AEA2-E05647FA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1700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023DF-F4B3-4F73-9ADE-B3CFAF73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4ACDA-4954-4DAB-A001-169D1298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88C7B-D1F3-4544-965F-B9D11CE3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Start with demand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22E65-C5EC-4631-B9A4-0F39EB8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first team is demand generation. The same learning system can later improve the other commercial messages a company sends.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014F9-A2A2-44E9-850E-0C06D64C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59248-21BB-4E62-B2E0-D6B25B42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Demand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61931-B31D-4FD2-A993-52E2176A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should lead the next campaign?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6C175-4D5F-4AE1-A6AC-0EA14D0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E8636-12BA-4339-B2BE-1CD75168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04885-9784-436D-A9EC-71C2BAE3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5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Product marketing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59264-55BC-46A6-82C4-1EF99DF4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positioning and proof should lead a launch?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6DD6C-0AAC-4BA1-B911-A039CEAB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DD9EF-159E-4790-9602-EBFD913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F1BF2-4DB3-4C66-9D4B-03BF989D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 enablement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9A35F-1516-4376-A373-2CFFCC42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proof and objection response should sales use?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AFCD8-8220-4779-828F-4410E9D0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2EF92-BF74-4AF5-851B-E3D10D8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F3A87-91D0-400B-9273-7BE9682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4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DC275-1C82-4B81-9C37-BF5E333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renewal or expansion offer should the customer receive?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993FE-A822-4D8B-836D-07EA1D4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14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system stays the same: offer → buyer response → commercial outcome → better next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2C992-6DE5-4919-B386-5C459DFD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2823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D286D-B903-426B-B836-9B00AAD2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08870-9CDE-456F-A998-387341B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05802-0F1D-4AB2-B2C4-AD0B6A2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Value appears in qualified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49EF1-FE9D-45A9-8298-DE017A6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earns its place when stronger offers create more of the demand a sales team can actually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2E899-AFCA-4745-815D-2DAEC3F7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682F8-6256-466B-BF0A-9ABE175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107F3-8CEA-469C-B8CE-D7EA6E12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adopted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D6FA8-4391-4042-A706-505D9802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1C45D-310C-4EE6-9CF4-EA7547E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8EEFD-F9FA-4CBA-8856-6C94D28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75E6E-B3D4-48BB-A301-1EBEB241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replies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or meetings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9070C-BC0B-45FD-9387-3BAA4721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09D96-D339-4056-B1DC-AC68216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5A610-7B3A-48CB-966C-F3D515C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8F138-668D-4EF0-A00C-260F339A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Sales-accepted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opportunities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48E30-C37D-42DC-935E-2DA2B9E9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48A51-E706-4F41-9BEE-2698213E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18111-AF45-4D8A-95F2-702DBC34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48110-E812-42FB-B8F7-80B6737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93158-EDA1-4567-9DC7-3960AEE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compares this result with the team’s current workflow and a smart analyst using the same tools.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28528-F66D-404E-A128-E5EE918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72250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DA61B-7AF3-440A-B661-985EF19E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DEC4C-92F2-4214-931F-EAE2348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FD119-26B0-4F43-BE2D-9BB6747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separates product from analyst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C98C1-0C16-48A0-8FAB-ACED02C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does not ask whether the output looks impressive. It asks whether the brief changes a campaign decision and its commercial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D308D-8991-4E21-9BAC-455F1D6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A8B49-DCD2-4003-8A17-3F4251E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3B83D-6F7A-4FD9-A8E7-1BE06606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Manual campaign review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reports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Team judgement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31803-18F8-42DB-BF12-9AE1ADF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C889E-C6CD-4C7E-88A9-3BFAA6FB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Analyst +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B4DF9-9320-4BF2-AB19-FB30F3D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stack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General AI synthesis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One-off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BCFE8-6BBA-4AF1-A620-7B1C240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ABBD5-D9F7-4AF2-9E97-331FEEC9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8AA26-A69B-4F63-A4C5-2F9C634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Offer-learning record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brief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Approved next 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956A1-03CD-4254-88CD-760F324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24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Same campaign decision. Same evidence. Comparable time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4FFB8-1A89-4169-9F52-CAB0CF90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1933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66C39-4EE1-42DE-AD73-7369020B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7A6D4-A947-4691-B538-59A79AB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CC9C-5A70-4B30-AAD7-1D44D8E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creates four proofs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E1FB6-DF37-4977-9DE4-BDCE866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Can a B2B demand-generation team use an evidence-backed campaign brief to make a better commercial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C0185-A943-49F5-A289-BB5F34ED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38F99-9960-4236-B567-9503846D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2D7C1-9F7E-4135-A48C-004BEA9A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574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teams adopt the brief?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BB6A6-B888-4A5F-8D3E-D1CA406F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D50F1-7E42-4217-BC4C-BEF06B1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72DEA-C7DB-47B9-AA3E-A288445B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574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the team choose a materially different decision?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60F23-340A-4BE9-9CEE-E048BBF4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0AD78-9999-4FCD-9EF7-E069025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14098-9439-45E5-9E30-36012C4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8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qualified demand improve?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D548D-FA4D-47B5-835F-AA1C5236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B4425-B08C-4B87-9E0E-1BE4656D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1837A-2E1D-4CCC-B6AF-CC7C5DE3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multiple teams share the same decision structure?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0D698-FAFF-4388-B7FC-B2AE361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14649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0FCE5-D920-43AF-B8E7-39788928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377C4-D1D0-4AD3-A763-86211771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2CF52-C50F-4E1C-9D8D-ADDF13C3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Next: test the brief with real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62E4F-3D7F-4EEA-80EB-279EED8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work now is simple: reach the right teams, listen to their last campaign, and build the smallest useful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14939-C629-40BF-8BA7-7B5A6B39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57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9779F-D864-44A5-A7A4-6EDEEA3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90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Find two suitable B2B demand-generation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A14DD-7770-4CA8-A908-7630B86B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Reach agencies on LinkedIn that run recurring outbound or demand-generation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69134-6707-45D1-9418-6688BD7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A3F56-7F6D-4297-80CB-81EE101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Reconstruct one recent campaign with each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17F61-7962-4D1F-ADBF-AB42968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19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Map the offer, buyer conversations, and commercial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802F9-97F2-4D28-9343-56AA998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71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8440A-9F95-4D84-8255-31AF0B9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Build and test one campaign-brief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B8031-AE7B-4E91-91BB-EAFE0CB0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767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Turn that evidence into a decision the team can test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2057F-B805-4493-8BFD-67934D63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6667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0E753-2309-430E-B2CC-B0F0C3A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864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Resources needed: agency introductions, early pilot feedback, and prototype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4C7DB-F639-495D-A43C-DAFA37A5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69335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2026-09-06T04:41:38.5230000Z</dcterms:created>
  <dcterms:modified xsi:type="dcterms:W3CDTF">2026-09-06T04:41:38.5230000Z</dcterms:modified>
</coreProperties>
</file>